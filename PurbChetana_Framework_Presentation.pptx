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914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⚔️ LUCIFER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PURB CHETANA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Functional Framework &amp; Market Comparison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Combination of North Eastern Languages (Purb - East, Chetana - Consciousness)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749808"/>
            <a:ext cx="4023360" cy="237744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766E"/>
                </a:solidFill>
              </a:defRPr>
            </a:pPr>
            <a:r>
              <a:t>Care Today  •  Remember Tomorrow  •  Live Better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749808"/>
            <a:ext cx="2743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i="1">
                <a:solidFill>
                  <a:srgbClr val="475569"/>
                </a:solidFill>
              </a:defRPr>
            </a:pPr>
            <a:r>
              <a:t>Follow the numbers for clear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55880" y="914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C2410C"/>
                </a:solidFill>
              </a:defRPr>
            </a:pPr>
            <a:r>
              <a:t>🧠 SMART INDIA</a:t>
            </a:r>
          </a:p>
          <a:p>
            <a:pPr algn="ctr">
              <a:defRPr b="1" sz="900">
                <a:solidFill>
                  <a:srgbClr val="0F172A"/>
                </a:solidFill>
              </a:defRPr>
            </a:pPr>
            <a:r>
              <a:t>HACKATHON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51560"/>
            <a:ext cx="3383280" cy="7772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" y="1097280"/>
            <a:ext cx="310896" cy="31089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69848"/>
            <a:ext cx="2926080" cy="7315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Account Setup &amp;</a:t>
            </a:r>
            <a:br/>
            <a:r>
              <a:t>Linking (First Step)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➕ User profile &amp; initial setup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🔗 Linking prep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051560"/>
            <a:ext cx="338328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67912" y="109728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069848"/>
            <a:ext cx="2926080" cy="7315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Create Elder Account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Register with basic details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Set preferences (language, etc.)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Unique Elder ID is generated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051560"/>
            <a:ext cx="33832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34072" y="109728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069848"/>
            <a:ext cx="2926080" cy="7315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Create Caregiver Account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Register with basic details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Enter Elder's Unique ID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Verify and request linking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1051560"/>
            <a:ext cx="338328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0232" y="109728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069848"/>
            <a:ext cx="2926080" cy="731520"/>
          </a:xfrm>
          <a:prstGeom prst="rect">
            <a:avLst/>
          </a:prstGeom>
          <a:noFill/>
        </p:spPr>
        <p:txBody>
          <a:bodyPr wrap="square" tIns="9144" bIns="914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Accounts Mapped Successfully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Elder &amp; caregiver accounts linked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Both access respective features</a:t>
            </a:r>
          </a:p>
          <a:p>
            <a:pPr>
              <a:defRPr sz="780">
                <a:solidFill>
                  <a:srgbClr val="1E293B"/>
                </a:solidFill>
              </a:defRPr>
            </a:pPr>
            <a:r>
              <a:t>• Stay connected for better care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30168" y="1353312"/>
            <a:ext cx="146304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196328" y="1353312"/>
            <a:ext cx="146304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10762488" y="1353312"/>
            <a:ext cx="146304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" y="1901952"/>
            <a:ext cx="3383280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D4ED8"/>
                </a:solidFill>
              </a:defRPr>
            </a:pPr>
            <a:r>
              <a:t>👤 Elder / Senior User Page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2221992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608" y="225856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240280"/>
            <a:ext cx="2907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19">
                <a:solidFill>
                  <a:srgbClr val="0F172A"/>
                </a:solidFill>
              </a:defRPr>
            </a:pPr>
            <a:r>
              <a:t>Cognitive Exercises (Complete Today's)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🗓️ Routine Sequencer (Arrange daily activities)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🧩 Match Your Memory (Recall &amp; pair items)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🔍 Spot the Difference (Find differences in image)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❓ Cognitive Quiz (Questions about daily life)</a:t>
            </a:r>
          </a:p>
          <a:p>
            <a:pPr>
              <a:defRPr sz="680" i="1">
                <a:solidFill>
                  <a:srgbClr val="475569"/>
                </a:solidFill>
              </a:defRPr>
            </a:pPr>
            <a:r>
              <a:t>Includes personal memories &amp; daily cognitive games.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3410712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" y="344728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42900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80">
                <a:solidFill>
                  <a:srgbClr val="0F172A"/>
                </a:solidFill>
              </a:defRPr>
            </a:pPr>
            <a:r>
              <a:t>Memory Lane (View)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🖼️ View Personal Images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🎥 Video + Audio Story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❤️ Relive Memories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3410712"/>
            <a:ext cx="16733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84248" y="344728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576" y="3429000"/>
            <a:ext cx="1261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80">
                <a:solidFill>
                  <a:srgbClr val="0F172A"/>
                </a:solidFill>
              </a:defRPr>
            </a:pPr>
            <a:r>
              <a:t>Digital Wellbeing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🏃 Step Count Tracking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🛌 Sleep Duration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💤 Sleep Health 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4325112"/>
            <a:ext cx="33832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2608" y="436168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34340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19">
                <a:solidFill>
                  <a:srgbClr val="0F172A"/>
                </a:solidFill>
              </a:defRPr>
            </a:pPr>
            <a:r>
              <a:t>Notifications to Elder (Senior User)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Medicine reminders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Hydration reminders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Daily routine alerts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Appointment &amp; Exercise reminders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30752" y="1901952"/>
            <a:ext cx="3474720" cy="65836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94760" y="193852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1920240"/>
            <a:ext cx="2999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19">
                <a:solidFill>
                  <a:srgbClr val="5B21B6"/>
                </a:solidFill>
              </a:defRPr>
            </a:pPr>
            <a:r>
              <a:t>📊 ML Cognitive Analysis &amp; Dashboard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• Analyze daily activity, routines, hydration &amp; adherence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• Cognitive Health Index (Based on User Performance)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30752" y="260604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776472" y="26334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2624328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19">
                <a:solidFill>
                  <a:srgbClr val="5B21B6"/>
                </a:solidFill>
              </a:defRPr>
            </a:pPr>
            <a:r>
              <a:t>Past Analysis</a:t>
            </a:r>
          </a:p>
          <a:p>
            <a:pPr>
              <a:defRPr sz="660"/>
            </a:pPr>
            <a:r>
              <a:t>• Performance Trends</a:t>
            </a:r>
          </a:p>
          <a:p>
            <a:pPr>
              <a:defRPr sz="660"/>
            </a:pPr>
            <a:r>
              <a:t>• Score History</a:t>
            </a:r>
          </a:p>
          <a:p>
            <a:pPr>
              <a:defRPr sz="660"/>
            </a:pPr>
            <a:r>
              <a:t>• Adherence Analysis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3832" y="260604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9552" y="26334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624328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19">
                <a:solidFill>
                  <a:srgbClr val="5B21B6"/>
                </a:solidFill>
              </a:defRPr>
            </a:pPr>
            <a:r>
              <a:t>Prediction Next Week</a:t>
            </a:r>
          </a:p>
          <a:p>
            <a:pPr>
              <a:defRPr sz="660"/>
            </a:pPr>
            <a:r>
              <a:t>• Expected Trends</a:t>
            </a:r>
          </a:p>
          <a:p>
            <a:pPr>
              <a:defRPr sz="660"/>
            </a:pPr>
            <a:r>
              <a:t>• Risk Alerts (Missed)</a:t>
            </a:r>
          </a:p>
          <a:p>
            <a:pPr>
              <a:defRPr sz="660"/>
            </a:pPr>
            <a:r>
              <a:t>• Caregiver Recs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30752" y="3310128"/>
            <a:ext cx="34747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3284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880">
                <a:solidFill>
                  <a:srgbClr val="0F766E"/>
                </a:solidFill>
              </a:defRPr>
            </a:pPr>
            <a:r>
              <a:t>🔔 Notifications (Data Collection &amp; Delivery)</a:t>
            </a:r>
          </a:p>
          <a:p>
            <a:pPr algn="ctr">
              <a:defRPr sz="680">
                <a:solidFill>
                  <a:srgbClr val="1E293B"/>
                </a:solidFill>
              </a:defRPr>
            </a:pPr>
            <a:r>
              <a:t>Drag-down option to mark 'Taken / Not Taken' | Medicine, routine, hydration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30752" y="3749039"/>
            <a:ext cx="1335024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76472" y="3785615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9936" y="3767328"/>
            <a:ext cx="969264" cy="493776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defRPr b="1" sz="700">
                <a:solidFill>
                  <a:srgbClr val="0F172A"/>
                </a:solidFill>
              </a:defRPr>
            </a:pPr>
            <a:r>
              <a:t>1st Notification</a:t>
            </a:r>
          </a:p>
          <a:p>
            <a:pPr>
              <a:defRPr sz="620">
                <a:solidFill>
                  <a:srgbClr val="1E293B"/>
                </a:solidFill>
              </a:defRPr>
            </a:pPr>
            <a:r>
              <a:t>🔔 Scheduled Time</a:t>
            </a:r>
            <a:br/>
            <a:r>
              <a:t>Time to take medicine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8928" y="3749039"/>
            <a:ext cx="1335024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84648" y="3785615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68112" y="3767328"/>
            <a:ext cx="969264" cy="493776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defRPr b="1" sz="700">
                <a:solidFill>
                  <a:srgbClr val="0F172A"/>
                </a:solidFill>
              </a:defRPr>
            </a:pPr>
            <a:r>
              <a:t>2nd Notification</a:t>
            </a:r>
          </a:p>
          <a:p>
            <a:pPr>
              <a:defRPr sz="620">
                <a:solidFill>
                  <a:srgbClr val="1E293B"/>
                </a:solidFill>
              </a:defRPr>
            </a:pPr>
            <a:r>
              <a:t>⚠️ After 3 mins</a:t>
            </a:r>
            <a:br/>
            <a:r>
              <a:t>Reminder: Please take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47104" y="3749039"/>
            <a:ext cx="1335024" cy="530352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92824" y="3785615"/>
            <a:ext cx="274320" cy="27432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3767328"/>
            <a:ext cx="969264" cy="493776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defRPr b="1" sz="700">
                <a:solidFill>
                  <a:srgbClr val="0F172A"/>
                </a:solidFill>
              </a:defRPr>
            </a:pPr>
            <a:r>
              <a:t>3rd Notification</a:t>
            </a:r>
          </a:p>
          <a:p>
            <a:pPr>
              <a:defRPr sz="620">
                <a:solidFill>
                  <a:srgbClr val="1E293B"/>
                </a:solidFill>
              </a:defRPr>
            </a:pPr>
            <a:r>
              <a:t>🚨 After 6 mins</a:t>
            </a:r>
            <a:br/>
            <a:r>
              <a:t>Last reminder notice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79" y="3749039"/>
            <a:ext cx="1335024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01000" y="3785615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3" y="3767328"/>
            <a:ext cx="969264" cy="493776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defRPr b="1" sz="700">
                <a:solidFill>
                  <a:srgbClr val="0F172A"/>
                </a:solidFill>
              </a:defRPr>
            </a:pPr>
            <a:r>
              <a:t>4th Attempt</a:t>
            </a:r>
          </a:p>
          <a:p>
            <a:pPr>
              <a:defRPr sz="620">
                <a:solidFill>
                  <a:srgbClr val="1E293B"/>
                </a:solidFill>
              </a:defRPr>
            </a:pPr>
            <a:r>
              <a:t>📱 After 9 mins</a:t>
            </a:r>
            <a:br/>
            <a:r>
              <a:t>Send SOS Alert to Relative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63456" y="3749039"/>
            <a:ext cx="1335024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09176" y="3785615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767328"/>
            <a:ext cx="969264" cy="493776"/>
          </a:xfrm>
          <a:prstGeom prst="rect">
            <a:avLst/>
          </a:prstGeom>
          <a:noFill/>
        </p:spPr>
        <p:txBody>
          <a:bodyPr wrap="square" tIns="9144">
            <a:spAutoFit/>
          </a:bodyPr>
          <a:lstStyle/>
          <a:p>
            <a:pPr>
              <a:defRPr b="1" sz="700">
                <a:solidFill>
                  <a:srgbClr val="0F172A"/>
                </a:solidFill>
              </a:defRPr>
            </a:pPr>
            <a:r>
              <a:t>If App Fail</a:t>
            </a:r>
          </a:p>
          <a:p>
            <a:pPr>
              <a:defRPr sz="620">
                <a:solidFill>
                  <a:srgbClr val="1E293B"/>
                </a:solidFill>
              </a:defRPr>
            </a:pPr>
            <a:r>
              <a:t>✉️ Final Stage</a:t>
            </a:r>
            <a:br/>
            <a:r>
              <a:t>Send SMS / MMS fallback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30752" y="4325112"/>
            <a:ext cx="34747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94760" y="436168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4343400"/>
            <a:ext cx="2999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0F172A"/>
                </a:solidFill>
              </a:defRPr>
            </a:pPr>
            <a:r>
              <a:t>Notifications to Caregiver (Relative)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• Adherence status (Taken / Not Taken)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• Hydration status &amp; Medicine alerts</a:t>
            </a:r>
          </a:p>
          <a:p>
            <a:pPr>
              <a:defRPr sz="700">
                <a:solidFill>
                  <a:srgbClr val="1E293B"/>
                </a:solidFill>
              </a:defRPr>
            </a:pPr>
            <a:r>
              <a:t>• Routine updates &amp; Emergency alerts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0" y="4325112"/>
            <a:ext cx="34747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60920" y="4343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19">
                <a:solidFill>
                  <a:srgbClr val="0F766E"/>
                </a:solidFill>
              </a:defRPr>
            </a:pPr>
            <a:r>
              <a:t>💚 Cognitive Health Index (CHI)</a:t>
            </a:r>
          </a:p>
          <a:p>
            <a:pPr>
              <a:defRPr sz="700" b="1">
                <a:solidFill>
                  <a:srgbClr val="1E293B"/>
                </a:solidFill>
              </a:defRPr>
            </a:pPr>
            <a:r>
              <a:t>Medicine (40%) + Routine (30%) + Hydration (20%) + Exercises (10%)</a:t>
            </a:r>
          </a:p>
          <a:p>
            <a:pPr>
              <a:defRPr sz="680" i="1">
                <a:solidFill>
                  <a:srgbClr val="475569"/>
                </a:solidFill>
              </a:defRPr>
            </a:pPr>
            <a:r>
              <a:t>Higher CHI = Better Cognitive Health | Track progress &amp; identify risks early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927080" y="1901952"/>
            <a:ext cx="3474720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47857"/>
                </a:solidFill>
              </a:defRPr>
            </a:pPr>
            <a:r>
              <a:t>👥 Caregiver / Relative Page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927080" y="222199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972800" y="225856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01984" y="2240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Set &amp; Manage Reminders</a:t>
            </a:r>
          </a:p>
          <a:p>
            <a:pPr>
              <a:defRPr sz="660"/>
            </a:pPr>
            <a:r>
              <a:t>• Daily Hydration Limit</a:t>
            </a:r>
          </a:p>
          <a:p>
            <a:pPr>
              <a:defRPr sz="660"/>
            </a:pPr>
            <a:r>
              <a:t>• Medicine Reminders</a:t>
            </a:r>
          </a:p>
          <a:p>
            <a:pPr>
              <a:defRPr sz="660"/>
            </a:pPr>
            <a:r>
              <a:t>• Medical Appointments</a:t>
            </a:r>
          </a:p>
          <a:p>
            <a:pPr>
              <a:defRPr sz="660"/>
            </a:pPr>
            <a:r>
              <a:t>• Daily Routine &amp; Exercises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710160" y="222199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2755880" y="225856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085064" y="2240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Real-Time Location (GPS)</a:t>
            </a:r>
          </a:p>
          <a:p>
            <a:pPr>
              <a:defRPr sz="660"/>
            </a:pPr>
            <a:r>
              <a:t>📍 Live elder location</a:t>
            </a:r>
          </a:p>
          <a:p>
            <a:pPr>
              <a:defRPr sz="660"/>
            </a:pPr>
            <a:r>
              <a:t>🗺️ Location history</a:t>
            </a:r>
          </a:p>
          <a:p>
            <a:pPr>
              <a:defRPr sz="660"/>
            </a:pPr>
            <a:r>
              <a:t>🛡️ Geofence safe zones</a:t>
            </a:r>
          </a:p>
          <a:p>
            <a:pPr>
              <a:defRPr sz="660"/>
            </a:pPr>
            <a:r>
              <a:t>🚨 Emergency sharing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27080" y="3227832"/>
            <a:ext cx="3474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972800" y="3255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01984" y="32369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Manage Memory Lane (Upload)</a:t>
            </a:r>
          </a:p>
          <a:p>
            <a:pPr>
              <a:defRPr sz="660"/>
            </a:pPr>
            <a:r>
              <a:t>• Upload Personal Important Images</a:t>
            </a:r>
          </a:p>
          <a:p>
            <a:pPr>
              <a:defRPr sz="660"/>
            </a:pPr>
            <a:r>
              <a:t>• Upload Video + Audio Story</a:t>
            </a:r>
          </a:p>
          <a:p>
            <a:pPr>
              <a:defRPr sz="660"/>
            </a:pPr>
            <a:r>
              <a:t>• Organize &amp; Manage Memories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27080" y="3749039"/>
            <a:ext cx="34747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972800" y="3776472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20272" y="3767328"/>
            <a:ext cx="303580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19">
                <a:solidFill>
                  <a:srgbClr val="047857"/>
                </a:solidFill>
              </a:defRPr>
            </a:pPr>
            <a:r>
              <a:t>North Eastern Languages (Voice &amp; Text)</a:t>
            </a:r>
          </a:p>
          <a:p>
            <a:pPr>
              <a:defRPr sz="650">
                <a:solidFill>
                  <a:srgbClr val="1E293B"/>
                </a:solidFill>
              </a:defRPr>
            </a:pPr>
            <a:r>
              <a:t>English (en) | गेयाली (ne - Nepali) | অসমীয়া (as - Assamese)</a:t>
            </a:r>
          </a:p>
          <a:p>
            <a:pPr>
              <a:defRPr sz="650">
                <a:solidFill>
                  <a:srgbClr val="1E293B"/>
                </a:solidFill>
              </a:defRPr>
            </a:pPr>
            <a:r>
              <a:t>বাংলা (bn - Bengali) | Manipuri (mni) | Mizo (lus - Mizo)</a:t>
            </a:r>
          </a:p>
          <a:p>
            <a:pPr>
              <a:defRPr sz="650">
                <a:solidFill>
                  <a:srgbClr val="1E293B"/>
                </a:solidFill>
              </a:defRPr>
            </a:pPr>
            <a:r>
              <a:t>Khasi (kha - Khasi) | हिन्दी (hi - Hindi)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927080" y="4572000"/>
            <a:ext cx="3474720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972800" y="45902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🎨 UI/UX Design Palette (Elder Friendly)</a:t>
            </a:r>
          </a:p>
          <a:p>
            <a:pPr>
              <a:defRPr sz="620">
                <a:solidFill>
                  <a:srgbClr val="475569"/>
                </a:solidFill>
              </a:defRPr>
            </a:pPr>
            <a:r>
              <a:t>Primary: #61C580 (Calm) | Text: #182824 (Clear) | Alert: #FF7C57 (Notice) | Emergency: #EF4444 (Attention)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" y="5193792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Comparison with Existing Applications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28600" y="5486400"/>
          <a:ext cx="105156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694944"/>
              </a:tblGrid>
              <a:tr h="260604"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Medicine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Voice Alerts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Cognitive Games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CHI Score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Memory Lane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Hydration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Sleep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GPS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SOS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Regional Lang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80">
                          <a:solidFill>
                            <a:srgbClr val="0F172A"/>
                          </a:solidFill>
                        </a:defRPr>
                      </a:pPr>
                      <a:r>
                        <a:t>Total Features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Medisafe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MyTherapy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Emoha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Carissa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MOI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Healthsoft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HattaKatta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0" sz="780">
                          <a:solidFill>
                            <a:srgbClr val="1E293B"/>
                          </a:solidFill>
                        </a:defRPr>
                      </a:pPr>
                      <a:r>
                        <a:t>Maitri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b="1" sz="780">
                          <a:solidFill>
                            <a:srgbClr val="1E3A8A"/>
                          </a:solidFill>
                        </a:defRPr>
                      </a:pPr>
                      <a:r>
                        <a:t>PurbChetana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B45309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4" name="Oval 83"/>
          <p:cNvSpPr/>
          <p:nvPr/>
        </p:nvSpPr>
        <p:spPr>
          <a:xfrm>
            <a:off x="10040112" y="7818120"/>
            <a:ext cx="365760" cy="256032"/>
          </a:xfrm>
          <a:prstGeom prst="ellipse">
            <a:avLst/>
          </a:prstGeom>
          <a:noFill/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927080" y="5193792"/>
            <a:ext cx="3474720" cy="2898648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72800" y="5230368"/>
            <a:ext cx="338328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🌟 Why PurbChetana Stands Out?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🧠 Complete cognitive care ecosystem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🗣️ Supports North Eastern languages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📱 Works offline with SMS fallback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📍 Real-time GPS tracking &amp; geofencing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🤖 AI-powered insights &amp; predictions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❤️ Designed for elders, families &amp; caregivers</a:t>
            </a:r>
          </a:p>
          <a:p>
            <a:pPr algn="ctr">
              <a:defRPr sz="780" b="1">
                <a:solidFill>
                  <a:srgbClr val="4F46E5"/>
                </a:solidFill>
              </a:defRPr>
            </a:pPr>
            <a:r>
              <a:t>More Care  |  More Connection  |  A Healthier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